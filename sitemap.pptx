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F590-0975-435A-E2EF-AA5F2B790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78C6A-3638-FAFC-3580-9A340199D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58533-4253-6A2B-F0BD-AF58AF08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E13D-4767-18F9-3A9C-A04E26D1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B0C0-52F0-08DE-4A34-70109B07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60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CF1B-B576-8EC5-1B21-A4467326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E1DC-1D2F-66E4-04C5-E55AF5017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ACC6B-B1A1-5FDC-20E9-06093BFA6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423B3-9155-34E8-6201-255AE286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A0782-33E0-698C-61DF-9CF3C1DA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82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EE794-EDCF-78E4-64D4-AA79CF65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BC591-D194-7567-BA71-B781A383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78CC1-2765-8C87-048C-4A9C7924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9592-28DB-93DE-4323-C79DD63D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8B02A-C481-EAA9-111C-899D0851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08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AE27-217A-942A-889B-0B676608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DE271-587C-8B25-8908-27BF7E407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72149-CDCC-B4AE-C517-78963499A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08CC4-2B5E-6BDF-119A-BF25EE74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0501A-6ECE-9794-8334-4FD48E18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54E63-760D-09F4-3468-ED3F38AA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82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7F23-0532-7834-2949-0EC2AB22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3AA70-9E80-4F13-803D-29A6B90D0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0FBFB-4B0A-2C1D-67E4-9D0A13E7A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5270F-0ECC-4065-D273-3C309D9E4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50A37-8DA3-DAC1-905A-98B3C9C9F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DA1C0-D731-CA67-E8A6-A9FFB4B6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F834A-F439-DE31-3A09-1A871930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0ED50-C386-1478-3A5C-02FA7D21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1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9096-9601-1655-7887-636F95CB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33624-290F-7AB6-9C57-D5D9CD98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3DE0A-BC1C-4D09-6B90-AB873821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95A8F-9220-2819-1296-63791226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3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66F35-19E0-0E0E-FF70-F5C6A191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E14B3-CE0C-1ACD-5B80-480529A1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FB18-442C-081F-CC2F-6B0B70C5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63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9022-E7E5-9417-3E6D-CA306506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CB0F-6FF0-4270-FAC0-6158DD492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6E4D9-50EA-84F4-A0E9-AF1CF63F4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08FC8-5EAA-A682-6E7C-09579D70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E3458-B74D-4B51-8E33-424AE5CF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3C931-782A-50F9-E4CE-D5829A02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39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A671-8247-10F8-07DF-A30597C1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0011E-DE1A-9FFB-E001-71180C385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44604-6C9D-5C3F-8B79-4894BF99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62083-E18F-28AC-91CB-913AD0D7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801E9-9B19-EA19-8323-3416A646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7E665-B024-230A-BF3C-6DD281BA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942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2E36-9357-A786-DC24-245D0548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B69BD-6066-DF93-9071-3C391D5D7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0927-2374-11C7-C2AF-C112828B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BEE53-CA18-936F-2D6B-8A41F737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8523-1F65-6411-B83B-AC8464D6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2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05753-B757-82F7-9443-D59BFD6EC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74E05-84C3-4C2C-7F96-CAFFC58CD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E7A17-4BB6-B118-3C59-A24A54E5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C45E0-FCAD-C0DC-5C66-15876AC7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9F95B-13A2-7F8F-3E53-A569EAC8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98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3851B-6F15-B069-8241-50B88923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BCDAD-8F44-9E00-8E6D-0892FD434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24B8-C7E8-2640-2ABA-D3472C2AA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940BE-8C52-4D2E-AB97-92115E0DCE8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40E20-CA88-3FD6-01B1-25E3ADF23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18D5B-816D-A2A0-48DE-3F7F03AAC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769E4-0824-4CB6-9372-8EFD3FF780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3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BF0C-BE42-D521-47F4-6E8B486CA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9879" y="311290"/>
            <a:ext cx="2055044" cy="33879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GB" sz="1800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1DBDD-05E0-E111-9E4A-6F5446A66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2204" y="836276"/>
            <a:ext cx="4933362" cy="259272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/>
              <a:t>image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F7741B-A30D-5E8B-61F1-CDE54BE422B3}"/>
              </a:ext>
            </a:extLst>
          </p:cNvPr>
          <p:cNvSpPr txBox="1">
            <a:spLocks/>
          </p:cNvSpPr>
          <p:nvPr/>
        </p:nvSpPr>
        <p:spPr>
          <a:xfrm>
            <a:off x="3579829" y="3615194"/>
            <a:ext cx="4575143" cy="1578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E5EB27-0662-A886-63C2-E2CEDD3CA10E}"/>
              </a:ext>
            </a:extLst>
          </p:cNvPr>
          <p:cNvSpPr txBox="1">
            <a:spLocks/>
          </p:cNvSpPr>
          <p:nvPr/>
        </p:nvSpPr>
        <p:spPr>
          <a:xfrm>
            <a:off x="3905053" y="5646400"/>
            <a:ext cx="1139073" cy="3387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option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C9E9B4-B29E-3501-062D-2BFC92A29205}"/>
              </a:ext>
            </a:extLst>
          </p:cNvPr>
          <p:cNvSpPr txBox="1">
            <a:spLocks/>
          </p:cNvSpPr>
          <p:nvPr/>
        </p:nvSpPr>
        <p:spPr>
          <a:xfrm>
            <a:off x="5369349" y="5646400"/>
            <a:ext cx="1139073" cy="3387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option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0C80D7-7DFA-B527-3817-0235B893049B}"/>
              </a:ext>
            </a:extLst>
          </p:cNvPr>
          <p:cNvSpPr txBox="1">
            <a:spLocks/>
          </p:cNvSpPr>
          <p:nvPr/>
        </p:nvSpPr>
        <p:spPr>
          <a:xfrm>
            <a:off x="6833645" y="5646400"/>
            <a:ext cx="1139073" cy="3387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option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59525EA-EE5D-471D-6C1D-2C3BCC680666}"/>
              </a:ext>
            </a:extLst>
          </p:cNvPr>
          <p:cNvSpPr txBox="1">
            <a:spLocks/>
          </p:cNvSpPr>
          <p:nvPr/>
        </p:nvSpPr>
        <p:spPr>
          <a:xfrm>
            <a:off x="3579830" y="49247"/>
            <a:ext cx="1139073" cy="3387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menu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AFB7F85-8970-B287-C0AF-301D2A5FD5A2}"/>
              </a:ext>
            </a:extLst>
          </p:cNvPr>
          <p:cNvSpPr txBox="1">
            <a:spLocks/>
          </p:cNvSpPr>
          <p:nvPr/>
        </p:nvSpPr>
        <p:spPr>
          <a:xfrm>
            <a:off x="7015900" y="47142"/>
            <a:ext cx="1139073" cy="3387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dirty="0"/>
              <a:t>sitemap</a:t>
            </a:r>
          </a:p>
        </p:txBody>
      </p:sp>
    </p:spTree>
    <p:extLst>
      <p:ext uri="{BB962C8B-B14F-4D97-AF65-F5344CB8AC3E}">
        <p14:creationId xmlns:p14="http://schemas.microsoft.com/office/powerpoint/2010/main" val="395699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9CBF-4806-0451-CB22-9FF1E1D1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4170"/>
          </a:xfrm>
        </p:spPr>
        <p:txBody>
          <a:bodyPr/>
          <a:lstStyle/>
          <a:p>
            <a:r>
              <a:rPr lang="en-GB" sz="4000" dirty="0"/>
              <a:t>sitemap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BD2C1-FE77-72E7-F329-47685ED5BC05}"/>
              </a:ext>
            </a:extLst>
          </p:cNvPr>
          <p:cNvSpPr txBox="1"/>
          <p:nvPr/>
        </p:nvSpPr>
        <p:spPr>
          <a:xfrm>
            <a:off x="443060" y="1008668"/>
            <a:ext cx="91251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index.html</a:t>
            </a:r>
          </a:p>
          <a:p>
            <a:r>
              <a:rPr lang="en-GB" dirty="0"/>
              <a:t>├── cliffs.html</a:t>
            </a:r>
          </a:p>
          <a:p>
            <a:r>
              <a:rPr lang="en-GB" dirty="0"/>
              <a:t>│   ├── tower.html</a:t>
            </a:r>
          </a:p>
          <a:p>
            <a:r>
              <a:rPr lang="en-GB" dirty="0"/>
              <a:t>│   │   ├── engine.html</a:t>
            </a:r>
          </a:p>
          <a:p>
            <a:r>
              <a:rPr lang="en-GB" dirty="0"/>
              <a:t>│   │   │   ├── finale.html</a:t>
            </a:r>
          </a:p>
          <a:p>
            <a:r>
              <a:rPr lang="en-GB" dirty="0"/>
              <a:t>│   │   │   │   └── win.html</a:t>
            </a:r>
          </a:p>
          <a:p>
            <a:r>
              <a:rPr lang="en-GB" dirty="0"/>
              <a:t>│   │   │   │       └── index.html</a:t>
            </a:r>
          </a:p>
          <a:p>
            <a:r>
              <a:rPr lang="en-GB" dirty="0"/>
              <a:t>│   │   │   └── gameover.html</a:t>
            </a:r>
          </a:p>
          <a:p>
            <a:r>
              <a:rPr lang="en-GB" dirty="0"/>
              <a:t>│   │   └── courtyard.html</a:t>
            </a:r>
          </a:p>
          <a:p>
            <a:r>
              <a:rPr lang="en-GB" dirty="0"/>
              <a:t>│   │       ├── tower.html</a:t>
            </a:r>
          </a:p>
          <a:p>
            <a:r>
              <a:rPr lang="en-GB" dirty="0"/>
              <a:t>│   │       └── underground.html</a:t>
            </a:r>
          </a:p>
          <a:p>
            <a:r>
              <a:rPr lang="en-GB" dirty="0"/>
              <a:t>│   └── courtyard.html</a:t>
            </a:r>
          </a:p>
          <a:p>
            <a:r>
              <a:rPr lang="en-GB" dirty="0"/>
              <a:t>└── cave.html</a:t>
            </a:r>
          </a:p>
          <a:p>
            <a:r>
              <a:rPr lang="en-GB" dirty="0"/>
              <a:t>    ├── underground.html</a:t>
            </a:r>
          </a:p>
          <a:p>
            <a:r>
              <a:rPr lang="en-GB" dirty="0"/>
              <a:t>    │   ├── engine.html</a:t>
            </a:r>
          </a:p>
          <a:p>
            <a:r>
              <a:rPr lang="en-GB" dirty="0"/>
              <a:t>    │   └── gameover.html</a:t>
            </a:r>
          </a:p>
          <a:p>
            <a:r>
              <a:rPr lang="en-GB" dirty="0"/>
              <a:t>    └── gameover.html</a:t>
            </a:r>
          </a:p>
        </p:txBody>
      </p:sp>
    </p:spTree>
    <p:extLst>
      <p:ext uri="{BB962C8B-B14F-4D97-AF65-F5344CB8AC3E}">
        <p14:creationId xmlns:p14="http://schemas.microsoft.com/office/powerpoint/2010/main" val="3143457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106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Title</vt:lpstr>
      <vt:lpstr>sitemap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CAMREN WHITE</dc:creator>
  <cp:lastModifiedBy>CAMREN WHITE</cp:lastModifiedBy>
  <cp:revision>3</cp:revision>
  <dcterms:created xsi:type="dcterms:W3CDTF">2026-09-28T12:51:19Z</dcterms:created>
  <dcterms:modified xsi:type="dcterms:W3CDTF">2026-09-29T13:45:38Z</dcterms:modified>
</cp:coreProperties>
</file>